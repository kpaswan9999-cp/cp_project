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8000">
                <a:solidFill>
                  <a:srgbClr val="F0C040"/>
                </a:solidFill>
              </a:defRPr>
            </a:pPr>
            <a:r>
              <a:t>StreamAI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00E5CC"/>
                </a:solidFill>
              </a:defRPr>
            </a:pPr>
            <a:r>
              <a:t>Premium 5G Network Quality Predictor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C040"/>
                </a:solidFill>
              </a:defRPr>
            </a:pPr>
            <a:r>
              <a:t>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PROBLEM: 5G network instability (Jitter/Latency) makes high-definition streaming unreliable and hard to troubleshoot.</a:t>
            </a:r>
          </a:p>
          <a:p>
            <a:pPr>
              <a:defRPr sz="2200">
                <a:solidFill>
                  <a:srgbClr val="FFFFFF"/>
                </a:solidFill>
              </a:defRPr>
            </a:pP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OBJECTIVE: Build an AI-driven system to capture telemetry, analyze stability with RandomForest, and provide a 1-5 quality score.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E5CC"/>
                </a:solidFill>
              </a:defRPr>
            </a:pPr>
            <a:r>
              <a:t>The AI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Real-time Telemetry: Automated metric capturing.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Machine Learning: RandomForest model trained for 5G.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Scientific Ranking: Precise 1-5 Quality Grading.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Professional Tickets: Automated PDF session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C040"/>
                </a:solidFill>
              </a:defRPr>
            </a:pPr>
            <a:r>
              <a:t>Platform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1. TELEMETRY: Capture of 6 signal &amp; speed metrics.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2. AI CHECK: Pattern scanning using trained neural web.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3. QUALITY SCORE: 1-5 rating with Confidence ratio.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4. DASHBOARD: Glassmorphic UI with PDF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E5CC"/>
                </a:solidFill>
              </a:defRPr>
            </a:pPr>
            <a:r>
              <a:t>Conclusion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StreamAI bridges the gap between raw network data and user diagnostics. By using AI-backed scoring (1-5) and cinematic interfaces, it empowers users to optimize their 5G connectivity with visual clarity and scientific reports.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